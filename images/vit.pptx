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8" d="100"/>
          <a:sy n="128" d="100"/>
        </p:scale>
        <p:origin x="707" y="1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4476466-0557-3B27-B5E5-405CFBADC6E9}"/>
              </a:ext>
            </a:extLst>
          </p:cNvPr>
          <p:cNvSpPr/>
          <p:nvPr/>
        </p:nvSpPr>
        <p:spPr>
          <a:xfrm>
            <a:off x="6841952" y="1380678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200DF1-34D1-EB38-6913-BFB2F97D0A1A}"/>
              </a:ext>
            </a:extLst>
          </p:cNvPr>
          <p:cNvSpPr/>
          <p:nvPr/>
        </p:nvSpPr>
        <p:spPr>
          <a:xfrm>
            <a:off x="4009678" y="2506328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ED52CE-8F51-8894-8E76-C4003A2460EE}"/>
              </a:ext>
            </a:extLst>
          </p:cNvPr>
          <p:cNvSpPr/>
          <p:nvPr/>
        </p:nvSpPr>
        <p:spPr>
          <a:xfrm>
            <a:off x="4411847" y="2506328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1DC1FC-5C33-CD7C-A77B-7A686D109ACF}"/>
              </a:ext>
            </a:extLst>
          </p:cNvPr>
          <p:cNvSpPr/>
          <p:nvPr/>
        </p:nvSpPr>
        <p:spPr>
          <a:xfrm>
            <a:off x="4815374" y="2506328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193B85-4EA1-83BB-3CD4-37BC8D485865}"/>
              </a:ext>
            </a:extLst>
          </p:cNvPr>
          <p:cNvSpPr/>
          <p:nvPr/>
        </p:nvSpPr>
        <p:spPr>
          <a:xfrm>
            <a:off x="4009678" y="2874479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BC212D-380F-1114-4335-B4E15AF09002}"/>
              </a:ext>
            </a:extLst>
          </p:cNvPr>
          <p:cNvSpPr/>
          <p:nvPr/>
        </p:nvSpPr>
        <p:spPr>
          <a:xfrm>
            <a:off x="4411847" y="2874479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4C30F7A-418B-625E-6B4C-45073DF54C55}"/>
              </a:ext>
            </a:extLst>
          </p:cNvPr>
          <p:cNvSpPr/>
          <p:nvPr/>
        </p:nvSpPr>
        <p:spPr>
          <a:xfrm>
            <a:off x="4197442" y="2351311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7609FF3-6AF4-D77B-B860-9FB062A25050}"/>
              </a:ext>
            </a:extLst>
          </p:cNvPr>
          <p:cNvSpPr/>
          <p:nvPr/>
        </p:nvSpPr>
        <p:spPr>
          <a:xfrm>
            <a:off x="4599609" y="2351311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8779527-2529-0481-7ACF-0C3FB16B8671}"/>
              </a:ext>
            </a:extLst>
          </p:cNvPr>
          <p:cNvSpPr/>
          <p:nvPr/>
        </p:nvSpPr>
        <p:spPr>
          <a:xfrm>
            <a:off x="5003136" y="2351311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129CF80-9C1A-1D8F-F35D-2599213842EF}"/>
              </a:ext>
            </a:extLst>
          </p:cNvPr>
          <p:cNvSpPr/>
          <p:nvPr/>
        </p:nvSpPr>
        <p:spPr>
          <a:xfrm>
            <a:off x="6631781" y="2338182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F0CE9DD-BE4E-9942-6478-E9D00AEBBFDE}"/>
              </a:ext>
            </a:extLst>
          </p:cNvPr>
          <p:cNvSpPr/>
          <p:nvPr/>
        </p:nvSpPr>
        <p:spPr>
          <a:xfrm>
            <a:off x="7033950" y="2338182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CFBCF92-3973-BEF3-EDBC-DA1991E40F5A}"/>
              </a:ext>
            </a:extLst>
          </p:cNvPr>
          <p:cNvSpPr/>
          <p:nvPr/>
        </p:nvSpPr>
        <p:spPr>
          <a:xfrm>
            <a:off x="7437477" y="2338182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A183419-7292-65C8-BE91-356C945AB3FB}"/>
              </a:ext>
            </a:extLst>
          </p:cNvPr>
          <p:cNvSpPr/>
          <p:nvPr/>
        </p:nvSpPr>
        <p:spPr>
          <a:xfrm>
            <a:off x="5404546" y="2351311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AED5683-7DAD-8014-BAC7-815D9C06B486}"/>
              </a:ext>
            </a:extLst>
          </p:cNvPr>
          <p:cNvSpPr/>
          <p:nvPr/>
        </p:nvSpPr>
        <p:spPr>
          <a:xfrm>
            <a:off x="5806713" y="2351311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8492144-D539-2472-2D45-2611E4BA8371}"/>
              </a:ext>
            </a:extLst>
          </p:cNvPr>
          <p:cNvSpPr/>
          <p:nvPr/>
        </p:nvSpPr>
        <p:spPr>
          <a:xfrm>
            <a:off x="6210240" y="2351311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105FF3-B9E4-7164-2AC2-EE265BFEC876}"/>
              </a:ext>
            </a:extLst>
          </p:cNvPr>
          <p:cNvSpPr/>
          <p:nvPr/>
        </p:nvSpPr>
        <p:spPr>
          <a:xfrm>
            <a:off x="5216782" y="2874477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EE9469-96D7-D101-783F-B81FA9DD21A6}"/>
              </a:ext>
            </a:extLst>
          </p:cNvPr>
          <p:cNvSpPr/>
          <p:nvPr/>
        </p:nvSpPr>
        <p:spPr>
          <a:xfrm>
            <a:off x="5618951" y="2874477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274439-4CE8-F833-47EE-4563CDB19E97}"/>
              </a:ext>
            </a:extLst>
          </p:cNvPr>
          <p:cNvSpPr/>
          <p:nvPr/>
        </p:nvSpPr>
        <p:spPr>
          <a:xfrm>
            <a:off x="6022478" y="2874477"/>
            <a:ext cx="397934" cy="3681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01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B4836FC-18AD-7456-E243-21E3D5F8FEF3}"/>
              </a:ext>
            </a:extLst>
          </p:cNvPr>
          <p:cNvGrpSpPr/>
          <p:nvPr/>
        </p:nvGrpSpPr>
        <p:grpSpPr>
          <a:xfrm>
            <a:off x="4388516" y="2704876"/>
            <a:ext cx="3239577" cy="259675"/>
            <a:chOff x="6813496" y="2385870"/>
            <a:chExt cx="3239577" cy="259675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900113A-BA1B-85FE-A065-575AC0636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3496" y="2392032"/>
              <a:ext cx="2118" cy="25351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95E87D1-DED7-0FC7-0065-8738013358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21557" y="2392032"/>
              <a:ext cx="2118" cy="25351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735BAFD-4063-F0C1-953A-FDDB458796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16614" y="2392031"/>
              <a:ext cx="2118" cy="25351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E11B90D-4D94-8426-CE71-2E902A7FBD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4675" y="2392031"/>
              <a:ext cx="2118" cy="25351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BCC75498-D2BD-666E-E6E7-1A74B51F57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31677" y="2392031"/>
              <a:ext cx="2118" cy="25351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CDFF53D-6CCE-3E4C-9247-E0FC5D55DF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8552" y="2392031"/>
              <a:ext cx="2118" cy="25351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7DD20F7-F98A-47D4-73C1-7A562BB2C5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3142" y="2389659"/>
              <a:ext cx="2118" cy="25351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0FAED9C-C168-980D-5771-02C650F40E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6819" y="2389659"/>
              <a:ext cx="2118" cy="25351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E96803A-F2E6-CF64-F3F4-8AC5825DF0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0955" y="2385870"/>
              <a:ext cx="2118" cy="25351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9A002A7-5B50-995A-CDB1-92578229BADE}"/>
              </a:ext>
            </a:extLst>
          </p:cNvPr>
          <p:cNvGrpSpPr/>
          <p:nvPr/>
        </p:nvGrpSpPr>
        <p:grpSpPr>
          <a:xfrm>
            <a:off x="3849280" y="3540764"/>
            <a:ext cx="224557" cy="213488"/>
            <a:chOff x="6599658" y="980312"/>
            <a:chExt cx="224555" cy="213488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19D306D9-B58B-06D6-4715-5529FECC08FD}"/>
                </a:ext>
              </a:extLst>
            </p:cNvPr>
            <p:cNvSpPr/>
            <p:nvPr/>
          </p:nvSpPr>
          <p:spPr>
            <a:xfrm>
              <a:off x="6711921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001" dirty="0">
                  <a:solidFill>
                    <a:schemeClr val="tx1"/>
                  </a:solidFill>
                  <a:latin typeface="Myriad Pro" panose="020B0503030403020204" pitchFamily="34" charset="0"/>
                  <a:cs typeface="Times New Roman" panose="02020603050405020304" pitchFamily="18" charset="0"/>
                </a:rPr>
                <a:t>#</a:t>
              </a:r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A85A4E98-E3C7-56B4-D55D-65122B89309B}"/>
                </a:ext>
              </a:extLst>
            </p:cNvPr>
            <p:cNvSpPr/>
            <p:nvPr/>
          </p:nvSpPr>
          <p:spPr>
            <a:xfrm>
              <a:off x="6599658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001" dirty="0">
                  <a:solidFill>
                    <a:schemeClr val="tx1"/>
                  </a:solidFill>
                  <a:latin typeface="Myriad Pro" panose="020B050303040302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7122A4B-08BC-8F88-66D8-4F963393815C}"/>
              </a:ext>
            </a:extLst>
          </p:cNvPr>
          <p:cNvGrpSpPr/>
          <p:nvPr/>
        </p:nvGrpSpPr>
        <p:grpSpPr>
          <a:xfrm>
            <a:off x="4230231" y="3540764"/>
            <a:ext cx="224557" cy="213488"/>
            <a:chOff x="6599658" y="980312"/>
            <a:chExt cx="224555" cy="213488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DB277211-6AF4-E805-1BA7-24B7E214A914}"/>
                </a:ext>
              </a:extLst>
            </p:cNvPr>
            <p:cNvSpPr/>
            <p:nvPr/>
          </p:nvSpPr>
          <p:spPr>
            <a:xfrm>
              <a:off x="6711921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001" dirty="0">
                <a:solidFill>
                  <a:schemeClr val="tx1"/>
                </a:solidFill>
                <a:latin typeface="Myriad Pro" panose="020B05030304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DB634674-F0DF-458C-6EAF-0C82116ACA9D}"/>
                </a:ext>
              </a:extLst>
            </p:cNvPr>
            <p:cNvSpPr/>
            <p:nvPr/>
          </p:nvSpPr>
          <p:spPr>
            <a:xfrm>
              <a:off x="6599658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001" dirty="0">
                  <a:solidFill>
                    <a:schemeClr val="tx1"/>
                  </a:solidFill>
                  <a:latin typeface="Myriad Pro" panose="020B0503030403020204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652712D-BF00-0B9E-689C-70B8B7DB5304}"/>
              </a:ext>
            </a:extLst>
          </p:cNvPr>
          <p:cNvGrpSpPr/>
          <p:nvPr/>
        </p:nvGrpSpPr>
        <p:grpSpPr>
          <a:xfrm>
            <a:off x="4634684" y="3540764"/>
            <a:ext cx="224557" cy="213488"/>
            <a:chOff x="6599658" y="980312"/>
            <a:chExt cx="224555" cy="213488"/>
          </a:xfrm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D4C85C7E-0A37-AD81-AD80-955D352FCBC8}"/>
                </a:ext>
              </a:extLst>
            </p:cNvPr>
            <p:cNvSpPr/>
            <p:nvPr/>
          </p:nvSpPr>
          <p:spPr>
            <a:xfrm>
              <a:off x="6711921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001" dirty="0">
                <a:solidFill>
                  <a:schemeClr val="tx1"/>
                </a:solidFill>
                <a:latin typeface="Myriad Pro" panose="020B05030304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45C6C559-4FCD-6F7D-7538-ECCFDFD0E9E0}"/>
                </a:ext>
              </a:extLst>
            </p:cNvPr>
            <p:cNvSpPr/>
            <p:nvPr/>
          </p:nvSpPr>
          <p:spPr>
            <a:xfrm>
              <a:off x="6599658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001" dirty="0">
                  <a:solidFill>
                    <a:schemeClr val="tx1"/>
                  </a:solidFill>
                  <a:latin typeface="Myriad Pro" panose="020B0503030403020204" pitchFamily="34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74A3EDD-27B7-65BF-632D-592C99446C6D}"/>
              </a:ext>
            </a:extLst>
          </p:cNvPr>
          <p:cNvGrpSpPr/>
          <p:nvPr/>
        </p:nvGrpSpPr>
        <p:grpSpPr>
          <a:xfrm>
            <a:off x="5040759" y="3540764"/>
            <a:ext cx="224557" cy="213488"/>
            <a:chOff x="6599658" y="980312"/>
            <a:chExt cx="224555" cy="213488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86CEEEA6-1D39-256E-C2DB-7AF19BE4F4F0}"/>
                </a:ext>
              </a:extLst>
            </p:cNvPr>
            <p:cNvSpPr/>
            <p:nvPr/>
          </p:nvSpPr>
          <p:spPr>
            <a:xfrm>
              <a:off x="6711921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001" dirty="0">
                <a:solidFill>
                  <a:schemeClr val="tx1"/>
                </a:solidFill>
                <a:latin typeface="Myriad Pro" panose="020B05030304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8883C662-C305-85C2-6494-8F469C76C94A}"/>
                </a:ext>
              </a:extLst>
            </p:cNvPr>
            <p:cNvSpPr/>
            <p:nvPr/>
          </p:nvSpPr>
          <p:spPr>
            <a:xfrm>
              <a:off x="6599658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001" dirty="0">
                  <a:solidFill>
                    <a:schemeClr val="tx1"/>
                  </a:solidFill>
                  <a:latin typeface="Myriad Pro" panose="020B050303040302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9822447-530A-849E-000E-22FD355DD037}"/>
              </a:ext>
            </a:extLst>
          </p:cNvPr>
          <p:cNvGrpSpPr/>
          <p:nvPr/>
        </p:nvGrpSpPr>
        <p:grpSpPr>
          <a:xfrm>
            <a:off x="5445212" y="3540764"/>
            <a:ext cx="224557" cy="213488"/>
            <a:chOff x="6599658" y="980312"/>
            <a:chExt cx="224555" cy="213488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DCD20C40-30BB-F3F6-9427-B7CE441A9CAC}"/>
                </a:ext>
              </a:extLst>
            </p:cNvPr>
            <p:cNvSpPr/>
            <p:nvPr/>
          </p:nvSpPr>
          <p:spPr>
            <a:xfrm>
              <a:off x="6711921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001" dirty="0">
                <a:solidFill>
                  <a:schemeClr val="tx1"/>
                </a:solidFill>
                <a:latin typeface="Myriad Pro" panose="020B05030304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1892927-A960-620C-922D-4A8D46D1D0C2}"/>
                </a:ext>
              </a:extLst>
            </p:cNvPr>
            <p:cNvSpPr/>
            <p:nvPr/>
          </p:nvSpPr>
          <p:spPr>
            <a:xfrm>
              <a:off x="6599658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001" dirty="0">
                  <a:solidFill>
                    <a:schemeClr val="tx1"/>
                  </a:solidFill>
                  <a:latin typeface="Myriad Pro" panose="020B0503030403020204" pitchFamily="34" charset="0"/>
                  <a:cs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91211B9-52BD-55C1-2033-4E9CB40E444C}"/>
              </a:ext>
            </a:extLst>
          </p:cNvPr>
          <p:cNvGrpSpPr/>
          <p:nvPr/>
        </p:nvGrpSpPr>
        <p:grpSpPr>
          <a:xfrm>
            <a:off x="5859520" y="3547813"/>
            <a:ext cx="224557" cy="213488"/>
            <a:chOff x="6599658" y="980312"/>
            <a:chExt cx="224555" cy="213488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2074D772-1980-AD14-2BEF-6490535CDD7F}"/>
                </a:ext>
              </a:extLst>
            </p:cNvPr>
            <p:cNvSpPr/>
            <p:nvPr/>
          </p:nvSpPr>
          <p:spPr>
            <a:xfrm>
              <a:off x="6711921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001" dirty="0">
                <a:solidFill>
                  <a:schemeClr val="tx1"/>
                </a:solidFill>
                <a:latin typeface="Myriad Pro" panose="020B05030304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D3C1FEA5-5A65-C0AC-7664-2EB32C8A8850}"/>
                </a:ext>
              </a:extLst>
            </p:cNvPr>
            <p:cNvSpPr/>
            <p:nvPr/>
          </p:nvSpPr>
          <p:spPr>
            <a:xfrm>
              <a:off x="6599658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001" dirty="0">
                  <a:solidFill>
                    <a:schemeClr val="tx1"/>
                  </a:solidFill>
                  <a:latin typeface="Myriad Pro" panose="020B0503030403020204" pitchFamily="34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E0EB480-52ED-D8BF-C388-B1901E9EBF30}"/>
              </a:ext>
            </a:extLst>
          </p:cNvPr>
          <p:cNvGrpSpPr/>
          <p:nvPr/>
        </p:nvGrpSpPr>
        <p:grpSpPr>
          <a:xfrm>
            <a:off x="6255520" y="3536732"/>
            <a:ext cx="224557" cy="213488"/>
            <a:chOff x="6599658" y="980312"/>
            <a:chExt cx="224555" cy="213488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C792479C-5673-82D6-6905-94235C357454}"/>
                </a:ext>
              </a:extLst>
            </p:cNvPr>
            <p:cNvSpPr/>
            <p:nvPr/>
          </p:nvSpPr>
          <p:spPr>
            <a:xfrm>
              <a:off x="6711921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001" dirty="0">
                <a:solidFill>
                  <a:schemeClr val="tx1"/>
                </a:solidFill>
                <a:latin typeface="Myriad Pro" panose="020B05030304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F030A3E0-30B7-E32B-F246-55EBF6D7370A}"/>
                </a:ext>
              </a:extLst>
            </p:cNvPr>
            <p:cNvSpPr/>
            <p:nvPr/>
          </p:nvSpPr>
          <p:spPr>
            <a:xfrm>
              <a:off x="6599658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001" dirty="0">
                  <a:solidFill>
                    <a:schemeClr val="tx1"/>
                  </a:solidFill>
                  <a:latin typeface="Myriad Pro" panose="020B0503030403020204" pitchFamily="34" charset="0"/>
                  <a:cs typeface="Times New Roman" panose="02020603050405020304" pitchFamily="18" charset="0"/>
                </a:rPr>
                <a:t>6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76580DA-33AF-D085-B296-02178DF73997}"/>
              </a:ext>
            </a:extLst>
          </p:cNvPr>
          <p:cNvGrpSpPr/>
          <p:nvPr/>
        </p:nvGrpSpPr>
        <p:grpSpPr>
          <a:xfrm>
            <a:off x="6670350" y="3536732"/>
            <a:ext cx="224557" cy="213488"/>
            <a:chOff x="6599658" y="980312"/>
            <a:chExt cx="224555" cy="213488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03D52C37-35DA-9BA7-EA6F-62292CB05A02}"/>
                </a:ext>
              </a:extLst>
            </p:cNvPr>
            <p:cNvSpPr/>
            <p:nvPr/>
          </p:nvSpPr>
          <p:spPr>
            <a:xfrm>
              <a:off x="6711921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001" dirty="0">
                <a:solidFill>
                  <a:schemeClr val="tx1"/>
                </a:solidFill>
                <a:latin typeface="Myriad Pro" panose="020B05030304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FEAFC7B9-6633-7D1D-9C8D-AF46C2F76725}"/>
                </a:ext>
              </a:extLst>
            </p:cNvPr>
            <p:cNvSpPr/>
            <p:nvPr/>
          </p:nvSpPr>
          <p:spPr>
            <a:xfrm>
              <a:off x="6599658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001" dirty="0">
                  <a:solidFill>
                    <a:schemeClr val="tx1"/>
                  </a:solidFill>
                  <a:latin typeface="Myriad Pro" panose="020B0503030403020204" pitchFamily="34" charset="0"/>
                  <a:cs typeface="Times New Roman" panose="02020603050405020304" pitchFamily="18" charset="0"/>
                </a:rPr>
                <a:t>7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D50C64B-57EA-C0B5-46B4-93DD233BABDF}"/>
              </a:ext>
            </a:extLst>
          </p:cNvPr>
          <p:cNvGrpSpPr/>
          <p:nvPr/>
        </p:nvGrpSpPr>
        <p:grpSpPr>
          <a:xfrm>
            <a:off x="7093255" y="3539836"/>
            <a:ext cx="224557" cy="213488"/>
            <a:chOff x="6599658" y="980312"/>
            <a:chExt cx="224555" cy="213488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AFABF0B3-FFE0-2D8B-DFC2-B27D05965516}"/>
                </a:ext>
              </a:extLst>
            </p:cNvPr>
            <p:cNvSpPr/>
            <p:nvPr/>
          </p:nvSpPr>
          <p:spPr>
            <a:xfrm>
              <a:off x="6711921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001" dirty="0">
                <a:solidFill>
                  <a:schemeClr val="tx1"/>
                </a:solidFill>
                <a:latin typeface="Myriad Pro" panose="020B05030304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09036089-9345-2593-F9B3-E7221965C99E}"/>
                </a:ext>
              </a:extLst>
            </p:cNvPr>
            <p:cNvSpPr/>
            <p:nvPr/>
          </p:nvSpPr>
          <p:spPr>
            <a:xfrm>
              <a:off x="6599658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001" dirty="0">
                  <a:solidFill>
                    <a:schemeClr val="tx1"/>
                  </a:solidFill>
                  <a:latin typeface="Myriad Pro" panose="020B0503030403020204" pitchFamily="34" charset="0"/>
                  <a:cs typeface="Times New Roman" panose="02020603050405020304" pitchFamily="18" charset="0"/>
                </a:rPr>
                <a:t>8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58D3CCF-15ED-1184-89B8-2ADD88598DD3}"/>
              </a:ext>
            </a:extLst>
          </p:cNvPr>
          <p:cNvGrpSpPr/>
          <p:nvPr/>
        </p:nvGrpSpPr>
        <p:grpSpPr>
          <a:xfrm>
            <a:off x="7480357" y="3539836"/>
            <a:ext cx="224557" cy="213488"/>
            <a:chOff x="6599658" y="980312"/>
            <a:chExt cx="224555" cy="213488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C60B4398-76FC-602F-35A5-9B6BC64C6168}"/>
                </a:ext>
              </a:extLst>
            </p:cNvPr>
            <p:cNvSpPr/>
            <p:nvPr/>
          </p:nvSpPr>
          <p:spPr>
            <a:xfrm>
              <a:off x="6711921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001" dirty="0">
                <a:solidFill>
                  <a:schemeClr val="tx1"/>
                </a:solidFill>
                <a:latin typeface="Myriad Pro" panose="020B05030304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70657E82-673C-46E5-A570-A19C14C15E21}"/>
                </a:ext>
              </a:extLst>
            </p:cNvPr>
            <p:cNvSpPr/>
            <p:nvPr/>
          </p:nvSpPr>
          <p:spPr>
            <a:xfrm>
              <a:off x="6599658" y="980312"/>
              <a:ext cx="112292" cy="213488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889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001" dirty="0">
                  <a:solidFill>
                    <a:schemeClr val="tx1"/>
                  </a:solidFill>
                  <a:latin typeface="Myriad Pro" panose="020B0503030403020204" pitchFamily="34" charset="0"/>
                  <a:cs typeface="Times New Roman" panose="02020603050405020304" pitchFamily="18" charset="0"/>
                </a:rPr>
                <a:t>9</a:t>
              </a:r>
            </a:p>
          </p:txBody>
        </p: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20E45FB-D1DF-7A47-F2E3-612A81E0992D}"/>
              </a:ext>
            </a:extLst>
          </p:cNvPr>
          <p:cNvCxnSpPr>
            <a:cxnSpLocks/>
          </p:cNvCxnSpPr>
          <p:nvPr/>
        </p:nvCxnSpPr>
        <p:spPr>
          <a:xfrm flipV="1">
            <a:off x="4391704" y="3297788"/>
            <a:ext cx="2117" cy="2535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27B9580-DEA9-E6A1-429D-772F16F8B236}"/>
              </a:ext>
            </a:extLst>
          </p:cNvPr>
          <p:cNvCxnSpPr>
            <a:cxnSpLocks/>
          </p:cNvCxnSpPr>
          <p:nvPr/>
        </p:nvCxnSpPr>
        <p:spPr>
          <a:xfrm flipV="1">
            <a:off x="4808118" y="3297788"/>
            <a:ext cx="2117" cy="2535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2E034D-ECAF-C7B0-6688-5882F58CE24E}"/>
              </a:ext>
            </a:extLst>
          </p:cNvPr>
          <p:cNvCxnSpPr>
            <a:cxnSpLocks/>
          </p:cNvCxnSpPr>
          <p:nvPr/>
        </p:nvCxnSpPr>
        <p:spPr>
          <a:xfrm flipV="1">
            <a:off x="5199624" y="3292185"/>
            <a:ext cx="2117" cy="2535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691D0C7-3320-4EA1-7DB3-AC726FCD4E11}"/>
              </a:ext>
            </a:extLst>
          </p:cNvPr>
          <p:cNvCxnSpPr>
            <a:cxnSpLocks/>
          </p:cNvCxnSpPr>
          <p:nvPr/>
        </p:nvCxnSpPr>
        <p:spPr>
          <a:xfrm flipV="1">
            <a:off x="5609119" y="3289152"/>
            <a:ext cx="2117" cy="2535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22B3A45-7A8A-F025-2C17-C3A7907C3AC4}"/>
              </a:ext>
            </a:extLst>
          </p:cNvPr>
          <p:cNvCxnSpPr>
            <a:cxnSpLocks/>
          </p:cNvCxnSpPr>
          <p:nvPr/>
        </p:nvCxnSpPr>
        <p:spPr>
          <a:xfrm flipV="1">
            <a:off x="6017957" y="3303266"/>
            <a:ext cx="2117" cy="2535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E62383C-5A38-4E7D-8E48-BD927571DA6C}"/>
              </a:ext>
            </a:extLst>
          </p:cNvPr>
          <p:cNvCxnSpPr>
            <a:cxnSpLocks/>
          </p:cNvCxnSpPr>
          <p:nvPr/>
        </p:nvCxnSpPr>
        <p:spPr>
          <a:xfrm flipV="1">
            <a:off x="6409464" y="3293666"/>
            <a:ext cx="2117" cy="2535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A387158-9002-4429-1C0C-F7BCC1B4FE56}"/>
              </a:ext>
            </a:extLst>
          </p:cNvPr>
          <p:cNvCxnSpPr>
            <a:cxnSpLocks/>
          </p:cNvCxnSpPr>
          <p:nvPr/>
        </p:nvCxnSpPr>
        <p:spPr>
          <a:xfrm flipV="1">
            <a:off x="6831822" y="3293666"/>
            <a:ext cx="2117" cy="2535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10D9451-3965-F7EE-4065-44360A4965EF}"/>
              </a:ext>
            </a:extLst>
          </p:cNvPr>
          <p:cNvCxnSpPr>
            <a:cxnSpLocks/>
          </p:cNvCxnSpPr>
          <p:nvPr/>
        </p:nvCxnSpPr>
        <p:spPr>
          <a:xfrm flipV="1">
            <a:off x="7249429" y="3293664"/>
            <a:ext cx="2117" cy="2535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5BD23D0-E116-4313-FD33-9D0D2EC8EA28}"/>
              </a:ext>
            </a:extLst>
          </p:cNvPr>
          <p:cNvCxnSpPr>
            <a:cxnSpLocks/>
            <a:stCxn id="67" idx="0"/>
          </p:cNvCxnSpPr>
          <p:nvPr/>
        </p:nvCxnSpPr>
        <p:spPr>
          <a:xfrm flipV="1">
            <a:off x="7648766" y="3285964"/>
            <a:ext cx="4491" cy="25387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5675121-7FE5-5A88-C418-B1072044E584}"/>
              </a:ext>
            </a:extLst>
          </p:cNvPr>
          <p:cNvSpPr/>
          <p:nvPr/>
        </p:nvSpPr>
        <p:spPr>
          <a:xfrm>
            <a:off x="4195785" y="2966406"/>
            <a:ext cx="3637970" cy="3293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Projection of Flattened Patches</a:t>
            </a:r>
            <a:endParaRPr lang="en-ID" sz="1600" dirty="0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7CB6B4B-2B1B-6FE7-56DD-2732C62E163C}"/>
              </a:ext>
            </a:extLst>
          </p:cNvPr>
          <p:cNvSpPr/>
          <p:nvPr/>
        </p:nvSpPr>
        <p:spPr>
          <a:xfrm>
            <a:off x="3846595" y="4088025"/>
            <a:ext cx="3994871" cy="752290"/>
          </a:xfrm>
          <a:prstGeom prst="roundRect">
            <a:avLst/>
          </a:prstGeom>
          <a:solidFill>
            <a:srgbClr val="FCE1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Encoder</a:t>
            </a:r>
            <a:endParaRPr lang="en-ID" sz="1600" dirty="0">
              <a:solidFill>
                <a:schemeClr val="tx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3622423-DB5E-6777-4F73-B81A1370B19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255994" y="3751175"/>
            <a:ext cx="7461" cy="33684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6F2974D-BF89-F29D-F07B-F3D4B41DED01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846577" y="3754741"/>
            <a:ext cx="7461" cy="33684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F5367A-DD48-FBFE-0CC7-60416C0C5FF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432026" y="3754741"/>
            <a:ext cx="7461" cy="33684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C6A6310-1D1F-A536-8808-50E50A61B7D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033530" y="3751175"/>
            <a:ext cx="7461" cy="33684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7007BD3-BC29-2F5F-81A2-141CAAE95248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620383" y="3753276"/>
            <a:ext cx="7461" cy="33684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AAE68D3-D274-DB4E-D725-B96A172E033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209562" y="3751175"/>
            <a:ext cx="7461" cy="33684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677EDD7-3FA4-4662-29DB-F46549025950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806504" y="3751175"/>
            <a:ext cx="7461" cy="33684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9FB596E-4962-41A6-D8CD-4BB5CF8B9B28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388515" y="3754741"/>
            <a:ext cx="7461" cy="33684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D96FB5-3436-6EFF-1341-C19816D5563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647279" y="3751175"/>
            <a:ext cx="7461" cy="33684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54A787-143C-4ED5-648C-D5685F3DB241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3390263" y="2535388"/>
            <a:ext cx="80717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F74F2F-5941-CBE9-7965-8D4D4D15B7D4}"/>
              </a:ext>
            </a:extLst>
          </p:cNvPr>
          <p:cNvGrpSpPr/>
          <p:nvPr/>
        </p:nvGrpSpPr>
        <p:grpSpPr>
          <a:xfrm>
            <a:off x="3379089" y="1864343"/>
            <a:ext cx="1940407" cy="369460"/>
            <a:chOff x="5774561" y="577518"/>
            <a:chExt cx="1940407" cy="36946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E6262F2-DD35-E21A-8920-F16D56FA38CE}"/>
                </a:ext>
              </a:extLst>
            </p:cNvPr>
            <p:cNvSpPr txBox="1"/>
            <p:nvPr/>
          </p:nvSpPr>
          <p:spPr>
            <a:xfrm>
              <a:off x="5780154" y="577518"/>
              <a:ext cx="1934814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801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 </a:t>
              </a:r>
              <a:r>
                <a:rPr lang="en-ID" sz="140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Split into patches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17132C4-3061-C28C-F821-224DAAB50C14}"/>
                </a:ext>
              </a:extLst>
            </p:cNvPr>
            <p:cNvSpPr/>
            <p:nvPr/>
          </p:nvSpPr>
          <p:spPr>
            <a:xfrm>
              <a:off x="5774561" y="614716"/>
              <a:ext cx="311855" cy="294936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801" dirty="0"/>
                <a:t>1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989585-1336-69F2-F7C6-3CEE25B885E5}"/>
              </a:ext>
            </a:extLst>
          </p:cNvPr>
          <p:cNvGrpSpPr/>
          <p:nvPr/>
        </p:nvGrpSpPr>
        <p:grpSpPr>
          <a:xfrm>
            <a:off x="7902234" y="2958389"/>
            <a:ext cx="1803287" cy="523477"/>
            <a:chOff x="10388712" y="1760955"/>
            <a:chExt cx="1803287" cy="5234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1C2D724-7479-5825-54BE-53CE59CF4B6A}"/>
                </a:ext>
              </a:extLst>
            </p:cNvPr>
            <p:cNvSpPr txBox="1"/>
            <p:nvPr/>
          </p:nvSpPr>
          <p:spPr>
            <a:xfrm>
              <a:off x="10394669" y="1760955"/>
              <a:ext cx="1797330" cy="523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401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  </a:t>
              </a:r>
              <a:r>
                <a:rPr lang="en-ID" sz="140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 projection to patch embeddings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A6490CB-B6DC-74DA-6AD5-6E113E723D18}"/>
                </a:ext>
              </a:extLst>
            </p:cNvPr>
            <p:cNvSpPr/>
            <p:nvPr/>
          </p:nvSpPr>
          <p:spPr>
            <a:xfrm>
              <a:off x="10388712" y="1760958"/>
              <a:ext cx="283229" cy="284243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801" dirty="0"/>
                <a:t>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D61400-302D-AD21-2AA4-84785C6DB934}"/>
              </a:ext>
            </a:extLst>
          </p:cNvPr>
          <p:cNvGrpSpPr/>
          <p:nvPr/>
        </p:nvGrpSpPr>
        <p:grpSpPr>
          <a:xfrm>
            <a:off x="2105775" y="3336372"/>
            <a:ext cx="1625701" cy="954620"/>
            <a:chOff x="10394655" y="1760960"/>
            <a:chExt cx="2017207" cy="95462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4A788C2-E550-64DA-B6D6-B8BDA19F088C}"/>
                </a:ext>
              </a:extLst>
            </p:cNvPr>
            <p:cNvSpPr txBox="1"/>
            <p:nvPr/>
          </p:nvSpPr>
          <p:spPr>
            <a:xfrm>
              <a:off x="10394655" y="1760960"/>
              <a:ext cx="2017207" cy="954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4" indent="-342904">
                <a:buAutoNum type="arabicPeriod"/>
              </a:pPr>
              <a:r>
                <a:rPr lang="en-ID" sz="140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Add: *extra learnable [class] embedding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6F9D8DD-9491-58D1-0F93-FB9E2BF9031B}"/>
                </a:ext>
              </a:extLst>
            </p:cNvPr>
            <p:cNvSpPr/>
            <p:nvPr/>
          </p:nvSpPr>
          <p:spPr>
            <a:xfrm>
              <a:off x="10472813" y="1780988"/>
              <a:ext cx="283229" cy="284243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801" dirty="0"/>
                <a:t>3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23647D-8D82-B7C1-45B8-E407F9BF8308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035562" y="3760412"/>
            <a:ext cx="7461" cy="33684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5DC560-346D-9FD4-9FF8-4B1CF389F433}"/>
              </a:ext>
            </a:extLst>
          </p:cNvPr>
          <p:cNvGrpSpPr/>
          <p:nvPr/>
        </p:nvGrpSpPr>
        <p:grpSpPr>
          <a:xfrm>
            <a:off x="7908590" y="3539838"/>
            <a:ext cx="1810994" cy="523477"/>
            <a:chOff x="10388712" y="1760955"/>
            <a:chExt cx="2023161" cy="5234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BCB3963-D559-DD74-6478-D9E9CD516976}"/>
                </a:ext>
              </a:extLst>
            </p:cNvPr>
            <p:cNvSpPr txBox="1"/>
            <p:nvPr/>
          </p:nvSpPr>
          <p:spPr>
            <a:xfrm>
              <a:off x="10394664" y="1760955"/>
              <a:ext cx="2017209" cy="523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40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Sum patch + positional embeddings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31F881A-045C-3911-A201-5F52CD30D766}"/>
                </a:ext>
              </a:extLst>
            </p:cNvPr>
            <p:cNvSpPr/>
            <p:nvPr/>
          </p:nvSpPr>
          <p:spPr>
            <a:xfrm>
              <a:off x="10388712" y="1760958"/>
              <a:ext cx="283229" cy="284243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D" sz="1801" dirty="0"/>
                <a:t>4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644" y="2025508"/>
            <a:ext cx="1199394" cy="11748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Table 117">
            <a:extLst>
              <a:ext uri="{FF2B5EF4-FFF2-40B4-BE49-F238E27FC236}">
                <a16:creationId xmlns:a16="http://schemas.microsoft.com/office/drawing/2014/main" id="{1EDC2D5B-251D-E9CC-C313-732E46C5504E}"/>
              </a:ext>
            </a:extLst>
          </p:cNvPr>
          <p:cNvGraphicFramePr>
            <a:graphicFrameLocks noGrp="1"/>
          </p:cNvGraphicFramePr>
          <p:nvPr/>
        </p:nvGraphicFramePr>
        <p:xfrm>
          <a:off x="2100995" y="2025508"/>
          <a:ext cx="1193040" cy="1174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7680">
                  <a:extLst>
                    <a:ext uri="{9D8B030D-6E8A-4147-A177-3AD203B41FA5}">
                      <a16:colId xmlns:a16="http://schemas.microsoft.com/office/drawing/2014/main" val="3136631418"/>
                    </a:ext>
                  </a:extLst>
                </a:gridCol>
                <a:gridCol w="397680">
                  <a:extLst>
                    <a:ext uri="{9D8B030D-6E8A-4147-A177-3AD203B41FA5}">
                      <a16:colId xmlns:a16="http://schemas.microsoft.com/office/drawing/2014/main" val="224554942"/>
                    </a:ext>
                  </a:extLst>
                </a:gridCol>
                <a:gridCol w="397680">
                  <a:extLst>
                    <a:ext uri="{9D8B030D-6E8A-4147-A177-3AD203B41FA5}">
                      <a16:colId xmlns:a16="http://schemas.microsoft.com/office/drawing/2014/main" val="3612602716"/>
                    </a:ext>
                  </a:extLst>
                </a:gridCol>
              </a:tblGrid>
              <a:tr h="391618">
                <a:tc>
                  <a:txBody>
                    <a:bodyPr/>
                    <a:lstStyle/>
                    <a:p>
                      <a:endParaRPr lang="en-ID" sz="11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T="45721" marB="457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D" sz="11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T="45721" marB="4572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D" sz="11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T="45721" marB="4572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5827811"/>
                  </a:ext>
                </a:extLst>
              </a:tr>
              <a:tr h="391618">
                <a:tc>
                  <a:txBody>
                    <a:bodyPr/>
                    <a:lstStyle/>
                    <a:p>
                      <a:endParaRPr lang="en-ID" sz="11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T="45721" marB="457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D" sz="11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T="45721" marB="4572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D" sz="11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T="45721" marB="4572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775110"/>
                  </a:ext>
                </a:extLst>
              </a:tr>
              <a:tr h="391618">
                <a:tc>
                  <a:txBody>
                    <a:bodyPr/>
                    <a:lstStyle/>
                    <a:p>
                      <a:endParaRPr lang="en-ID" sz="11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T="45721" marB="457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D" sz="11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T="45721" marB="4572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D" sz="11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T="45721" marB="4572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9238604"/>
                  </a:ext>
                </a:extLst>
              </a:tr>
            </a:tbl>
          </a:graphicData>
        </a:graphic>
      </p:graphicFrame>
      <p:pic>
        <p:nvPicPr>
          <p:cNvPr id="124" name="Picture 123">
            <a:extLst>
              <a:ext uri="{FF2B5EF4-FFF2-40B4-BE49-F238E27FC236}">
                <a16:creationId xmlns:a16="http://schemas.microsoft.com/office/drawing/2014/main" id="{F14F2F83-FEF2-245C-BEDF-DA8AC75C7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011"/>
          <a:stretch>
            <a:fillRect/>
          </a:stretch>
        </p:blipFill>
        <p:spPr bwMode="auto">
          <a:xfrm>
            <a:off x="4202356" y="2297046"/>
            <a:ext cx="1199394" cy="39932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" name="Table 124">
            <a:extLst>
              <a:ext uri="{FF2B5EF4-FFF2-40B4-BE49-F238E27FC236}">
                <a16:creationId xmlns:a16="http://schemas.microsoft.com/office/drawing/2014/main" id="{4497FF6B-2230-5C7D-7AB7-247662462E72}"/>
              </a:ext>
            </a:extLst>
          </p:cNvPr>
          <p:cNvGraphicFramePr>
            <a:graphicFrameLocks noGrp="1"/>
          </p:cNvGraphicFramePr>
          <p:nvPr/>
        </p:nvGraphicFramePr>
        <p:xfrm>
          <a:off x="4208649" y="2301742"/>
          <a:ext cx="1190304" cy="3930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768">
                  <a:extLst>
                    <a:ext uri="{9D8B030D-6E8A-4147-A177-3AD203B41FA5}">
                      <a16:colId xmlns:a16="http://schemas.microsoft.com/office/drawing/2014/main" val="1205459058"/>
                    </a:ext>
                  </a:extLst>
                </a:gridCol>
                <a:gridCol w="396768">
                  <a:extLst>
                    <a:ext uri="{9D8B030D-6E8A-4147-A177-3AD203B41FA5}">
                      <a16:colId xmlns:a16="http://schemas.microsoft.com/office/drawing/2014/main" val="1020136569"/>
                    </a:ext>
                  </a:extLst>
                </a:gridCol>
                <a:gridCol w="396768">
                  <a:extLst>
                    <a:ext uri="{9D8B030D-6E8A-4147-A177-3AD203B41FA5}">
                      <a16:colId xmlns:a16="http://schemas.microsoft.com/office/drawing/2014/main" val="194400890"/>
                    </a:ext>
                  </a:extLst>
                </a:gridCol>
              </a:tblGrid>
              <a:tr h="393036">
                <a:tc>
                  <a:txBody>
                    <a:bodyPr/>
                    <a:lstStyle/>
                    <a:p>
                      <a:endParaRPr lang="en-ID" sz="1100" dirty="0"/>
                    </a:p>
                  </a:txBody>
                  <a:tcPr marT="45721" marB="457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D" sz="1100" dirty="0"/>
                    </a:p>
                  </a:txBody>
                  <a:tcPr marT="45721" marB="457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D" sz="1100" dirty="0"/>
                    </a:p>
                  </a:txBody>
                  <a:tcPr marT="45721" marB="457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6628529"/>
                  </a:ext>
                </a:extLst>
              </a:tr>
            </a:tbl>
          </a:graphicData>
        </a:graphic>
      </p:graphicFrame>
      <p:pic>
        <p:nvPicPr>
          <p:cNvPr id="126" name="Picture 125">
            <a:extLst>
              <a:ext uri="{FF2B5EF4-FFF2-40B4-BE49-F238E27FC236}">
                <a16:creationId xmlns:a16="http://schemas.microsoft.com/office/drawing/2014/main" id="{2130AEC2-B925-658B-48BE-7DD41B21D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89" b="34675"/>
          <a:stretch>
            <a:fillRect/>
          </a:stretch>
        </p:blipFill>
        <p:spPr bwMode="auto">
          <a:xfrm>
            <a:off x="5418330" y="2301741"/>
            <a:ext cx="1199394" cy="3860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" name="Table 126">
            <a:extLst>
              <a:ext uri="{FF2B5EF4-FFF2-40B4-BE49-F238E27FC236}">
                <a16:creationId xmlns:a16="http://schemas.microsoft.com/office/drawing/2014/main" id="{23FBDD0D-71EC-8451-A325-C2277C24ACF9}"/>
              </a:ext>
            </a:extLst>
          </p:cNvPr>
          <p:cNvGraphicFramePr>
            <a:graphicFrameLocks noGrp="1"/>
          </p:cNvGraphicFramePr>
          <p:nvPr/>
        </p:nvGraphicFramePr>
        <p:xfrm>
          <a:off x="5422560" y="2299127"/>
          <a:ext cx="1190304" cy="3930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768">
                  <a:extLst>
                    <a:ext uri="{9D8B030D-6E8A-4147-A177-3AD203B41FA5}">
                      <a16:colId xmlns:a16="http://schemas.microsoft.com/office/drawing/2014/main" val="1205459058"/>
                    </a:ext>
                  </a:extLst>
                </a:gridCol>
                <a:gridCol w="396768">
                  <a:extLst>
                    <a:ext uri="{9D8B030D-6E8A-4147-A177-3AD203B41FA5}">
                      <a16:colId xmlns:a16="http://schemas.microsoft.com/office/drawing/2014/main" val="1020136569"/>
                    </a:ext>
                  </a:extLst>
                </a:gridCol>
                <a:gridCol w="396768">
                  <a:extLst>
                    <a:ext uri="{9D8B030D-6E8A-4147-A177-3AD203B41FA5}">
                      <a16:colId xmlns:a16="http://schemas.microsoft.com/office/drawing/2014/main" val="194400890"/>
                    </a:ext>
                  </a:extLst>
                </a:gridCol>
              </a:tblGrid>
              <a:tr h="393036">
                <a:tc>
                  <a:txBody>
                    <a:bodyPr/>
                    <a:lstStyle/>
                    <a:p>
                      <a:endParaRPr lang="en-ID" sz="1100" dirty="0"/>
                    </a:p>
                  </a:txBody>
                  <a:tcPr marT="45721" marB="457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D" sz="1100" dirty="0"/>
                    </a:p>
                  </a:txBody>
                  <a:tcPr marT="45721" marB="457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D" sz="1100" dirty="0"/>
                    </a:p>
                  </a:txBody>
                  <a:tcPr marT="45721" marB="457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6628529"/>
                  </a:ext>
                </a:extLst>
              </a:tr>
            </a:tbl>
          </a:graphicData>
        </a:graphic>
      </p:graphicFrame>
      <p:pic>
        <p:nvPicPr>
          <p:cNvPr id="128" name="Picture 127">
            <a:extLst>
              <a:ext uri="{FF2B5EF4-FFF2-40B4-BE49-F238E27FC236}">
                <a16:creationId xmlns:a16="http://schemas.microsoft.com/office/drawing/2014/main" id="{F0F94B11-E162-8CC6-985C-299F927A3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64"/>
          <a:stretch>
            <a:fillRect/>
          </a:stretch>
        </p:blipFill>
        <p:spPr bwMode="auto">
          <a:xfrm>
            <a:off x="6626925" y="2294192"/>
            <a:ext cx="1199394" cy="3930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9" name="Table 128">
            <a:extLst>
              <a:ext uri="{FF2B5EF4-FFF2-40B4-BE49-F238E27FC236}">
                <a16:creationId xmlns:a16="http://schemas.microsoft.com/office/drawing/2014/main" id="{50B18EF6-1397-E6B5-692C-96F5E8C21593}"/>
              </a:ext>
            </a:extLst>
          </p:cNvPr>
          <p:cNvGraphicFramePr>
            <a:graphicFrameLocks noGrp="1"/>
          </p:cNvGraphicFramePr>
          <p:nvPr/>
        </p:nvGraphicFramePr>
        <p:xfrm>
          <a:off x="6630878" y="2296996"/>
          <a:ext cx="1190304" cy="3930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768">
                  <a:extLst>
                    <a:ext uri="{9D8B030D-6E8A-4147-A177-3AD203B41FA5}">
                      <a16:colId xmlns:a16="http://schemas.microsoft.com/office/drawing/2014/main" val="1205459058"/>
                    </a:ext>
                  </a:extLst>
                </a:gridCol>
                <a:gridCol w="396768">
                  <a:extLst>
                    <a:ext uri="{9D8B030D-6E8A-4147-A177-3AD203B41FA5}">
                      <a16:colId xmlns:a16="http://schemas.microsoft.com/office/drawing/2014/main" val="1020136569"/>
                    </a:ext>
                  </a:extLst>
                </a:gridCol>
                <a:gridCol w="396768">
                  <a:extLst>
                    <a:ext uri="{9D8B030D-6E8A-4147-A177-3AD203B41FA5}">
                      <a16:colId xmlns:a16="http://schemas.microsoft.com/office/drawing/2014/main" val="194400890"/>
                    </a:ext>
                  </a:extLst>
                </a:gridCol>
              </a:tblGrid>
              <a:tr h="393036">
                <a:tc>
                  <a:txBody>
                    <a:bodyPr/>
                    <a:lstStyle/>
                    <a:p>
                      <a:endParaRPr lang="en-ID" sz="1100" dirty="0"/>
                    </a:p>
                  </a:txBody>
                  <a:tcPr marT="45721" marB="457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D" sz="1100" dirty="0"/>
                    </a:p>
                  </a:txBody>
                  <a:tcPr marT="45721" marB="457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D" sz="1100" dirty="0"/>
                    </a:p>
                  </a:txBody>
                  <a:tcPr marT="45721" marB="457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6628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287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Myriad Pro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Michel Vania</cp:lastModifiedBy>
  <cp:revision>49</cp:revision>
  <dcterms:created xsi:type="dcterms:W3CDTF">2013-01-27T09:14:16Z</dcterms:created>
  <dcterms:modified xsi:type="dcterms:W3CDTF">2026-09-02T09:17:42Z</dcterms:modified>
  <cp:category/>
</cp:coreProperties>
</file>